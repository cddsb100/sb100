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4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63" r:id="rId12"/>
  </p:sldIdLst>
  <p:sldSz cx="9144000" cy="5143500" type="screen16x9"/>
  <p:notesSz cx="6858000" cy="9144000"/>
  <p:embeddedFontLst>
    <p:embeddedFont>
      <p:font typeface="Raleway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8434"/>
    <a:srgbClr val="31EBFF"/>
    <a:srgbClr val="92D050"/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46"/>
  </p:normalViewPr>
  <p:slideViewPr>
    <p:cSldViewPr snapToGrid="0">
      <p:cViewPr varScale="1">
        <p:scale>
          <a:sx n="133" d="100"/>
          <a:sy n="133" d="100"/>
        </p:scale>
        <p:origin x="822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Quando necessário, duplique os slides.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CA78CC3-8F0A-C962-ACF6-E563D5CA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a788c955_0_148:notes">
            <a:extLst>
              <a:ext uri="{FF2B5EF4-FFF2-40B4-BE49-F238E27FC236}">
                <a16:creationId xmlns:a16="http://schemas.microsoft.com/office/drawing/2014/main" id="{530EC888-B518-7E23-7B3C-3ABE983CF6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a788c955_0_148:notes">
            <a:extLst>
              <a:ext uri="{FF2B5EF4-FFF2-40B4-BE49-F238E27FC236}">
                <a16:creationId xmlns:a16="http://schemas.microsoft.com/office/drawing/2014/main" id="{40725B2E-CE62-248E-AE73-6D2B2D78DC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Descreva o papel (função estratégica) 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Squad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 estrutura organizacional do CCD-SB100 e seu objetivo geral no projeto, evidenciando sua contribuição para as metas coletivas do Centro.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1951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76E16F9-F8FC-A6FE-3C63-5CFC755D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a788c955_0_148:notes">
            <a:extLst>
              <a:ext uri="{FF2B5EF4-FFF2-40B4-BE49-F238E27FC236}">
                <a16:creationId xmlns:a16="http://schemas.microsoft.com/office/drawing/2014/main" id="{173D927F-68E6-C2BB-7DC9-89E358FE7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a788c955_0_148:notes">
            <a:extLst>
              <a:ext uri="{FF2B5EF4-FFF2-40B4-BE49-F238E27FC236}">
                <a16:creationId xmlns:a16="http://schemas.microsoft.com/office/drawing/2014/main" id="{E399F916-18F4-F80E-41D5-0FB19A5C0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Descreva o papel (função estratégica) 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Squad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 estrutura organizacional do CCD-SB100 e seu objetivo geral no projeto, evidenciando sua contribuição para as metas coletivas do Centro.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5391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B4BCF7F-7CF9-808B-6369-FE7BA5F0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a788c955_0_148:notes">
            <a:extLst>
              <a:ext uri="{FF2B5EF4-FFF2-40B4-BE49-F238E27FC236}">
                <a16:creationId xmlns:a16="http://schemas.microsoft.com/office/drawing/2014/main" id="{7A763E55-6A40-66DB-42A4-BDED4152E4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a788c955_0_148:notes">
            <a:extLst>
              <a:ext uri="{FF2B5EF4-FFF2-40B4-BE49-F238E27FC236}">
                <a16:creationId xmlns:a16="http://schemas.microsoft.com/office/drawing/2014/main" id="{9EF5FFA6-0384-4670-09BD-CDD1E69015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Descreva o papel (função estratégica) 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Squad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 estrutura organizacional do CCD-SB100 e seu objetivo geral no projeto, evidenciando sua contribuição para as metas coletivas do Centro.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2406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A5900CE-DA9C-27A2-9D60-EA4BFC55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a788c955_0_148:notes">
            <a:extLst>
              <a:ext uri="{FF2B5EF4-FFF2-40B4-BE49-F238E27FC236}">
                <a16:creationId xmlns:a16="http://schemas.microsoft.com/office/drawing/2014/main" id="{723A8416-5763-ACBE-D910-DC441F049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a788c955_0_148:notes">
            <a:extLst>
              <a:ext uri="{FF2B5EF4-FFF2-40B4-BE49-F238E27FC236}">
                <a16:creationId xmlns:a16="http://schemas.microsoft.com/office/drawing/2014/main" id="{9FF05A08-6770-72CB-8B3C-8547D9638B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Descreva o papel (função estratégica) 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Squad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 estrutura organizacional do CCD-SB100 e seu objetivo geral no projeto, evidenciando sua contribuição para as metas coletivas do Centro.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7519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5C8A2EF-F453-994A-9D54-1E4E96EA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a788c955_0_148:notes">
            <a:extLst>
              <a:ext uri="{FF2B5EF4-FFF2-40B4-BE49-F238E27FC236}">
                <a16:creationId xmlns:a16="http://schemas.microsoft.com/office/drawing/2014/main" id="{DCAE6A84-0FF8-5D3D-E03E-82125663A8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a788c955_0_148:notes">
            <a:extLst>
              <a:ext uri="{FF2B5EF4-FFF2-40B4-BE49-F238E27FC236}">
                <a16:creationId xmlns:a16="http://schemas.microsoft.com/office/drawing/2014/main" id="{11F282A7-F334-A15D-8AAB-4611140E76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Descreva o papel (função estratégica) 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Squad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 estrutura organizacional do CCD-SB100 e seu objetivo geral no projeto, evidenciando sua contribuição para as metas coletivas do Centro.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877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5CA5F9B-36DE-8023-FEE5-B98FAA4B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a788c955_0_148:notes">
            <a:extLst>
              <a:ext uri="{FF2B5EF4-FFF2-40B4-BE49-F238E27FC236}">
                <a16:creationId xmlns:a16="http://schemas.microsoft.com/office/drawing/2014/main" id="{BDEFBEAD-FF0D-5ADC-90D5-EFD8024E9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a788c955_0_148:notes">
            <a:extLst>
              <a:ext uri="{FF2B5EF4-FFF2-40B4-BE49-F238E27FC236}">
                <a16:creationId xmlns:a16="http://schemas.microsoft.com/office/drawing/2014/main" id="{2947B808-9BF7-1D63-A461-22F5FBC58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Descreva o papel (função estratégica) 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Squad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 estrutura organizacional do CCD-SB100 e seu objetivo geral no projeto, evidenciando sua contribuição para as metas coletivas do Centro.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749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5FFE014-A37E-5E17-FD65-03C00F54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a788c955_0_148:notes">
            <a:extLst>
              <a:ext uri="{FF2B5EF4-FFF2-40B4-BE49-F238E27FC236}">
                <a16:creationId xmlns:a16="http://schemas.microsoft.com/office/drawing/2014/main" id="{8F428A11-45FA-B622-0070-A77C9D8F8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a788c955_0_148:notes">
            <a:extLst>
              <a:ext uri="{FF2B5EF4-FFF2-40B4-BE49-F238E27FC236}">
                <a16:creationId xmlns:a16="http://schemas.microsoft.com/office/drawing/2014/main" id="{B001B988-BDA3-9B97-0C44-85D398FDB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Descreva o papel (função estratégica) 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Squad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 estrutura organizacional do CCD-SB100 e seu objetivo geral no projeto, evidenciando sua contribuição para as metas coletivas do Centro.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6046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0EA202A-DE44-280A-C667-41B1B82ED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a788c955_0_148:notes">
            <a:extLst>
              <a:ext uri="{FF2B5EF4-FFF2-40B4-BE49-F238E27FC236}">
                <a16:creationId xmlns:a16="http://schemas.microsoft.com/office/drawing/2014/main" id="{6F8FD9BC-DB03-E3DA-73E2-2312DEF96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a788c955_0_148:notes">
            <a:extLst>
              <a:ext uri="{FF2B5EF4-FFF2-40B4-BE49-F238E27FC236}">
                <a16:creationId xmlns:a16="http://schemas.microsoft.com/office/drawing/2014/main" id="{7BFC710B-0DEA-1120-7639-C36AE91CB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Descreva o papel (função estratégica) 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Squad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 estrutura organizacional do CCD-SB100 e seu objetivo geral no projeto, evidenciando sua contribuição para as metas coletivas do Centro.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9953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A61E537-17CA-70D5-313F-A0BCA0F86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a788c955_0_148:notes">
            <a:extLst>
              <a:ext uri="{FF2B5EF4-FFF2-40B4-BE49-F238E27FC236}">
                <a16:creationId xmlns:a16="http://schemas.microsoft.com/office/drawing/2014/main" id="{4C331B0B-B87C-01D6-98A3-B4DCAF25CD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a788c955_0_148:notes">
            <a:extLst>
              <a:ext uri="{FF2B5EF4-FFF2-40B4-BE49-F238E27FC236}">
                <a16:creationId xmlns:a16="http://schemas.microsoft.com/office/drawing/2014/main" id="{3C95E34E-28FE-6177-C9D9-734457739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Descreva o papel (função estratégica) do </a:t>
            </a:r>
            <a:r>
              <a:rPr lang="pt-B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Squad</a:t>
            </a:r>
            <a:r>
              <a:rPr lang="pt-B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 estrutura organizacional do CCD-SB100 e seu objetivo geral no projeto, evidenciando sua contribuição para as metas coletivas do Centro.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5810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A803C6F-9F7A-F128-9E10-0E69DCE4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4A1155A-CE90-D981-3F8E-64D4E1128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D54C15E-4C9E-B3FF-0F03-442E152E32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832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4;p17">
            <a:extLst>
              <a:ext uri="{FF2B5EF4-FFF2-40B4-BE49-F238E27FC236}">
                <a16:creationId xmlns:a16="http://schemas.microsoft.com/office/drawing/2014/main" id="{DDA78142-0338-ADAD-3058-69DA2F939412}"/>
              </a:ext>
            </a:extLst>
          </p:cNvPr>
          <p:cNvSpPr/>
          <p:nvPr userDrawn="1"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04;p17">
            <a:extLst>
              <a:ext uri="{FF2B5EF4-FFF2-40B4-BE49-F238E27FC236}">
                <a16:creationId xmlns:a16="http://schemas.microsoft.com/office/drawing/2014/main" id="{C364B6F9-1739-A4F6-038B-25CCB7B26899}"/>
              </a:ext>
            </a:extLst>
          </p:cNvPr>
          <p:cNvSpPr/>
          <p:nvPr userDrawn="1"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" name="Google Shape;89;p15" title="Blue_Modern_Cloud_Tech_Logo_Design_Stock_-removebg-preview.png">
            <a:extLst>
              <a:ext uri="{FF2B5EF4-FFF2-40B4-BE49-F238E27FC236}">
                <a16:creationId xmlns:a16="http://schemas.microsoft.com/office/drawing/2014/main" id="{68254B0B-9455-60B9-9920-8DD6B6F60D72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 t="29042" r="58547" b="32229"/>
          <a:stretch/>
        </p:blipFill>
        <p:spPr>
          <a:xfrm>
            <a:off x="8108750" y="4178375"/>
            <a:ext cx="1033075" cy="9651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0" y="1221190"/>
            <a:ext cx="8520600" cy="16346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&lt;Titulo &gt;</a:t>
            </a:r>
            <a:endParaRPr sz="3600" b="1" cap="all" dirty="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325413" y="3036377"/>
            <a:ext cx="8520600" cy="11087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Autor (es)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i="1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Filiação universitária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i="1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Filiação no projeto</a:t>
            </a:r>
            <a:endParaRPr sz="900" i="1" dirty="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2175" y="993900"/>
            <a:ext cx="9167100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13"/>
          <p:cNvCxnSpPr>
            <a:cxnSpLocks/>
          </p:cNvCxnSpPr>
          <p:nvPr/>
        </p:nvCxnSpPr>
        <p:spPr>
          <a:xfrm>
            <a:off x="1328139" y="4419425"/>
            <a:ext cx="6513439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065" y="4664920"/>
            <a:ext cx="906489" cy="291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3747" y="4690761"/>
            <a:ext cx="626199" cy="25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download__1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2238" y="4349147"/>
            <a:ext cx="906475" cy="9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 title="image-removebg-preview.png"/>
          <p:cNvPicPr preferRelativeResize="0"/>
          <p:nvPr/>
        </p:nvPicPr>
        <p:blipFill rotWithShape="1">
          <a:blip r:embed="rId6">
            <a:alphaModFix/>
          </a:blip>
          <a:srcRect l="8630" t="27199" r="11382" b="26211"/>
          <a:stretch/>
        </p:blipFill>
        <p:spPr>
          <a:xfrm>
            <a:off x="4886258" y="4646715"/>
            <a:ext cx="906496" cy="352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12960" y="221375"/>
            <a:ext cx="1794027" cy="5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 title="Blue_Modern_Cloud_Tech_Logo_Design_Stock_-removebg-preview.png"/>
          <p:cNvPicPr preferRelativeResize="0"/>
          <p:nvPr/>
        </p:nvPicPr>
        <p:blipFill rotWithShape="1">
          <a:blip r:embed="rId8">
            <a:alphaModFix/>
          </a:blip>
          <a:srcRect t="29042" b="32229"/>
          <a:stretch/>
        </p:blipFill>
        <p:spPr>
          <a:xfrm>
            <a:off x="6837125" y="125475"/>
            <a:ext cx="2008906" cy="7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 title="image-removebg-preview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30438" y="277615"/>
            <a:ext cx="2356875" cy="479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 title="image-removebg-preview (2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3654" y="274725"/>
            <a:ext cx="1688971" cy="4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 title="image-removebg-preview (3)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83777" y="4445025"/>
            <a:ext cx="777975" cy="7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image-removebg-preview (4).png"/>
          <p:cNvPicPr preferRelativeResize="0"/>
          <p:nvPr/>
        </p:nvPicPr>
        <p:blipFill rotWithShape="1">
          <a:blip r:embed="rId12">
            <a:alphaModFix/>
          </a:blip>
          <a:srcRect t="35158" b="37400"/>
          <a:stretch/>
        </p:blipFill>
        <p:spPr>
          <a:xfrm>
            <a:off x="6523537" y="4674175"/>
            <a:ext cx="1060897" cy="2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AB3A7032-FEC5-E6BC-B666-DEE205D524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6381" y="4405020"/>
            <a:ext cx="810938" cy="8109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99C57086-6360-B13E-274B-62A90DCF4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3C9597D4-67FD-BDA7-980B-9DD24F53D515}"/>
              </a:ext>
            </a:extLst>
          </p:cNvPr>
          <p:cNvSpPr/>
          <p:nvPr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3474768D-3B60-7CAE-31B1-10A03A539E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600" y="303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Motivação</a:t>
            </a:r>
            <a:endParaRPr sz="30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Google Shape;89;p15" title="Blue_Modern_Cloud_Tech_Logo_Design_Stock_-removebg-preview.png">
            <a:extLst>
              <a:ext uri="{FF2B5EF4-FFF2-40B4-BE49-F238E27FC236}">
                <a16:creationId xmlns:a16="http://schemas.microsoft.com/office/drawing/2014/main" id="{F5CCC0B7-C155-DAC7-F4D9-B6E813CEAF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42" r="58547" b="32229"/>
          <a:stretch/>
        </p:blipFill>
        <p:spPr>
          <a:xfrm>
            <a:off x="8108750" y="4178375"/>
            <a:ext cx="1033075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8;p13">
            <a:extLst>
              <a:ext uri="{FF2B5EF4-FFF2-40B4-BE49-F238E27FC236}">
                <a16:creationId xmlns:a16="http://schemas.microsoft.com/office/drawing/2014/main" id="{92172BFA-BD23-887E-9792-24B979773D26}"/>
              </a:ext>
            </a:extLst>
          </p:cNvPr>
          <p:cNvSpPr txBox="1">
            <a:spLocks/>
          </p:cNvSpPr>
          <p:nvPr/>
        </p:nvSpPr>
        <p:spPr>
          <a:xfrm>
            <a:off x="104687" y="1362592"/>
            <a:ext cx="8520600" cy="3311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Use este slide para explicar o problema que você </a:t>
            </a:r>
          </a:p>
          <a:p>
            <a:pPr marL="342900" indent="-34290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está planejando resolver, </a:t>
            </a:r>
          </a:p>
          <a:p>
            <a:pPr marL="342900" indent="-34290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está resolvendo ou... </a:t>
            </a:r>
          </a:p>
          <a:p>
            <a:pPr marL="342900" indent="-34290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resolveu.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542DF10-782E-F267-4551-263ADAFB952B}"/>
              </a:ext>
            </a:extLst>
          </p:cNvPr>
          <p:cNvSpPr txBox="1"/>
          <p:nvPr/>
        </p:nvSpPr>
        <p:spPr>
          <a:xfrm>
            <a:off x="6526823" y="370110"/>
            <a:ext cx="1745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Qual é  problema?</a:t>
            </a:r>
          </a:p>
        </p:txBody>
      </p:sp>
    </p:spTree>
    <p:extLst>
      <p:ext uri="{BB962C8B-B14F-4D97-AF65-F5344CB8AC3E}">
        <p14:creationId xmlns:p14="http://schemas.microsoft.com/office/powerpoint/2010/main" val="280741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71881BC3-8FCC-4039-ED95-89C65711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7EDFD07F-D758-51E2-2197-EB254DF3F1A4}"/>
              </a:ext>
            </a:extLst>
          </p:cNvPr>
          <p:cNvSpPr/>
          <p:nvPr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83254A16-A39F-6408-4DF2-D5EDD140AE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600" y="303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Motivação</a:t>
            </a:r>
            <a:endParaRPr sz="30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Google Shape;89;p15" title="Blue_Modern_Cloud_Tech_Logo_Design_Stock_-removebg-preview.png">
            <a:extLst>
              <a:ext uri="{FF2B5EF4-FFF2-40B4-BE49-F238E27FC236}">
                <a16:creationId xmlns:a16="http://schemas.microsoft.com/office/drawing/2014/main" id="{EC340081-5540-CF68-62D8-D9FDDAA04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42" r="58547" b="32229"/>
          <a:stretch/>
        </p:blipFill>
        <p:spPr>
          <a:xfrm>
            <a:off x="8108750" y="4178375"/>
            <a:ext cx="1033075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8;p13">
            <a:extLst>
              <a:ext uri="{FF2B5EF4-FFF2-40B4-BE49-F238E27FC236}">
                <a16:creationId xmlns:a16="http://schemas.microsoft.com/office/drawing/2014/main" id="{9044D511-1156-9D1C-0554-DF613DCB0762}"/>
              </a:ext>
            </a:extLst>
          </p:cNvPr>
          <p:cNvSpPr txBox="1">
            <a:spLocks/>
          </p:cNvSpPr>
          <p:nvPr/>
        </p:nvSpPr>
        <p:spPr>
          <a:xfrm>
            <a:off x="104687" y="1362592"/>
            <a:ext cx="8520600" cy="3311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Use este slide para explicar o problema que você está resolvendo (ou resolveu).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8D01B2A-30C7-E27A-B9C2-06C7FF1AF094}"/>
              </a:ext>
            </a:extLst>
          </p:cNvPr>
          <p:cNvSpPr txBox="1"/>
          <p:nvPr/>
        </p:nvSpPr>
        <p:spPr>
          <a:xfrm>
            <a:off x="6526823" y="370110"/>
            <a:ext cx="1745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Qual é  problema?</a:t>
            </a:r>
          </a:p>
        </p:txBody>
      </p:sp>
    </p:spTree>
    <p:extLst>
      <p:ext uri="{BB962C8B-B14F-4D97-AF65-F5344CB8AC3E}">
        <p14:creationId xmlns:p14="http://schemas.microsoft.com/office/powerpoint/2010/main" val="35361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C2DC5479-BA26-1B76-9C58-9CBF573B6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F4D30765-3BFD-69AB-448E-77E0BA815FAF}"/>
              </a:ext>
            </a:extLst>
          </p:cNvPr>
          <p:cNvSpPr/>
          <p:nvPr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1533C4A3-B686-96E8-CE19-227B67759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600" y="303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Objetivo</a:t>
            </a:r>
            <a:endParaRPr sz="30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Google Shape;89;p15" title="Blue_Modern_Cloud_Tech_Logo_Design_Stock_-removebg-preview.png">
            <a:extLst>
              <a:ext uri="{FF2B5EF4-FFF2-40B4-BE49-F238E27FC236}">
                <a16:creationId xmlns:a16="http://schemas.microsoft.com/office/drawing/2014/main" id="{4FE4E12C-09EC-D588-0555-ED59707D33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42" r="58547" b="32229"/>
          <a:stretch/>
        </p:blipFill>
        <p:spPr>
          <a:xfrm>
            <a:off x="8108750" y="4178375"/>
            <a:ext cx="1033075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8;p13">
            <a:extLst>
              <a:ext uri="{FF2B5EF4-FFF2-40B4-BE49-F238E27FC236}">
                <a16:creationId xmlns:a16="http://schemas.microsoft.com/office/drawing/2014/main" id="{7A93FD8D-0D69-83E9-E972-8CABC82A7DD2}"/>
              </a:ext>
            </a:extLst>
          </p:cNvPr>
          <p:cNvSpPr txBox="1">
            <a:spLocks/>
          </p:cNvSpPr>
          <p:nvPr/>
        </p:nvSpPr>
        <p:spPr>
          <a:xfrm>
            <a:off x="104687" y="1362592"/>
            <a:ext cx="8520600" cy="3311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Use este slide para explicar qual seu objetivo /meta que precisava ser alcançada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F2753AE-EBF9-A19F-29BE-2EBF9B26BDE1}"/>
              </a:ext>
            </a:extLst>
          </p:cNvPr>
          <p:cNvSpPr txBox="1"/>
          <p:nvPr/>
        </p:nvSpPr>
        <p:spPr>
          <a:xfrm>
            <a:off x="6526823" y="370110"/>
            <a:ext cx="1268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 que fazer?</a:t>
            </a:r>
          </a:p>
        </p:txBody>
      </p:sp>
    </p:spTree>
    <p:extLst>
      <p:ext uri="{BB962C8B-B14F-4D97-AF65-F5344CB8AC3E}">
        <p14:creationId xmlns:p14="http://schemas.microsoft.com/office/powerpoint/2010/main" val="185881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04296352-A396-5594-7B96-7E870E4AC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951B5C73-22DD-6CD9-1A74-918C8D0CFB0D}"/>
              </a:ext>
            </a:extLst>
          </p:cNvPr>
          <p:cNvSpPr/>
          <p:nvPr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364FD96A-6D75-0755-C250-C3439FA542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600" y="303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Revisão bibliográfica</a:t>
            </a:r>
            <a:endParaRPr sz="30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Google Shape;89;p15" title="Blue_Modern_Cloud_Tech_Logo_Design_Stock_-removebg-preview.png">
            <a:extLst>
              <a:ext uri="{FF2B5EF4-FFF2-40B4-BE49-F238E27FC236}">
                <a16:creationId xmlns:a16="http://schemas.microsoft.com/office/drawing/2014/main" id="{ECD494D8-0904-E12D-8FB0-1BD119C77E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42" r="58547" b="32229"/>
          <a:stretch/>
        </p:blipFill>
        <p:spPr>
          <a:xfrm>
            <a:off x="8108750" y="4178375"/>
            <a:ext cx="1033075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8;p13">
            <a:extLst>
              <a:ext uri="{FF2B5EF4-FFF2-40B4-BE49-F238E27FC236}">
                <a16:creationId xmlns:a16="http://schemas.microsoft.com/office/drawing/2014/main" id="{053ED4B4-3366-11F3-C639-9EC7CA9EC4AA}"/>
              </a:ext>
            </a:extLst>
          </p:cNvPr>
          <p:cNvSpPr txBox="1">
            <a:spLocks/>
          </p:cNvSpPr>
          <p:nvPr/>
        </p:nvSpPr>
        <p:spPr>
          <a:xfrm>
            <a:off x="104687" y="1362592"/>
            <a:ext cx="8520600" cy="3311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Use este slide para colocar algumas referências que mostram o estado da arte ou da técnica na abordagem e/ou solução do problema no qual você está trabalhando.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445160-13ED-ED40-B06B-BD702E3BC4EF}"/>
              </a:ext>
            </a:extLst>
          </p:cNvPr>
          <p:cNvSpPr txBox="1"/>
          <p:nvPr/>
        </p:nvSpPr>
        <p:spPr>
          <a:xfrm>
            <a:off x="6904561" y="303650"/>
            <a:ext cx="2408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Quem está fazendo trabalhos semelhantes?</a:t>
            </a:r>
          </a:p>
        </p:txBody>
      </p:sp>
    </p:spTree>
    <p:extLst>
      <p:ext uri="{BB962C8B-B14F-4D97-AF65-F5344CB8AC3E}">
        <p14:creationId xmlns:p14="http://schemas.microsoft.com/office/powerpoint/2010/main" val="261775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9C2EA495-9B80-2924-7B1E-C2DC44414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E5EAF1F0-63BE-8B11-0705-5A7A31997A45}"/>
              </a:ext>
            </a:extLst>
          </p:cNvPr>
          <p:cNvSpPr/>
          <p:nvPr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DD48958E-B09B-3A36-87EE-C8A60C1CC9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600" y="303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Desenvolvimento</a:t>
            </a:r>
            <a:endParaRPr sz="30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Google Shape;89;p15" title="Blue_Modern_Cloud_Tech_Logo_Design_Stock_-removebg-preview.png">
            <a:extLst>
              <a:ext uri="{FF2B5EF4-FFF2-40B4-BE49-F238E27FC236}">
                <a16:creationId xmlns:a16="http://schemas.microsoft.com/office/drawing/2014/main" id="{33928830-3BD7-BFFC-828B-ADD1A25928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42" r="58547" b="32229"/>
          <a:stretch/>
        </p:blipFill>
        <p:spPr>
          <a:xfrm>
            <a:off x="8108750" y="4178375"/>
            <a:ext cx="1033075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8;p13">
            <a:extLst>
              <a:ext uri="{FF2B5EF4-FFF2-40B4-BE49-F238E27FC236}">
                <a16:creationId xmlns:a16="http://schemas.microsoft.com/office/drawing/2014/main" id="{0D82BD96-BE76-7359-9247-FC4C9A03F204}"/>
              </a:ext>
            </a:extLst>
          </p:cNvPr>
          <p:cNvSpPr txBox="1">
            <a:spLocks/>
          </p:cNvSpPr>
          <p:nvPr/>
        </p:nvSpPr>
        <p:spPr>
          <a:xfrm>
            <a:off x="104687" y="1362592"/>
            <a:ext cx="8520600" cy="3311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Use este slide para colocar de maneira resumida, qual foi exatamente a sua atuação e como esta atuação foi relevante para resolver, classificar, elucidar, melhor compreender e/ou avançar no conhecimento do problema listado na motivação. 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B87EFF1-0DE5-88A0-B96F-7FC228CFC381}"/>
              </a:ext>
            </a:extLst>
          </p:cNvPr>
          <p:cNvSpPr txBox="1"/>
          <p:nvPr/>
        </p:nvSpPr>
        <p:spPr>
          <a:xfrm>
            <a:off x="6904561" y="303650"/>
            <a:ext cx="2408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Fale o que você fez – parte 01</a:t>
            </a:r>
          </a:p>
        </p:txBody>
      </p:sp>
    </p:spTree>
    <p:extLst>
      <p:ext uri="{BB962C8B-B14F-4D97-AF65-F5344CB8AC3E}">
        <p14:creationId xmlns:p14="http://schemas.microsoft.com/office/powerpoint/2010/main" val="89485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E08E6E28-4489-E05E-7F88-30F6DD609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106E74DC-9368-1C68-9728-B118B1F91BA2}"/>
              </a:ext>
            </a:extLst>
          </p:cNvPr>
          <p:cNvSpPr/>
          <p:nvPr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8BD6DDEC-3D6F-1D5A-DB06-E602684470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600" y="303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Desenvolvimento</a:t>
            </a:r>
            <a:endParaRPr sz="30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Google Shape;89;p15" title="Blue_Modern_Cloud_Tech_Logo_Design_Stock_-removebg-preview.png">
            <a:extLst>
              <a:ext uri="{FF2B5EF4-FFF2-40B4-BE49-F238E27FC236}">
                <a16:creationId xmlns:a16="http://schemas.microsoft.com/office/drawing/2014/main" id="{503180B2-816C-4BA5-C941-0E451327A7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42" r="58547" b="32229"/>
          <a:stretch/>
        </p:blipFill>
        <p:spPr>
          <a:xfrm>
            <a:off x="8108750" y="4178375"/>
            <a:ext cx="1033075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8;p13">
            <a:extLst>
              <a:ext uri="{FF2B5EF4-FFF2-40B4-BE49-F238E27FC236}">
                <a16:creationId xmlns:a16="http://schemas.microsoft.com/office/drawing/2014/main" id="{81364C2B-56D6-879E-0459-CD9D74CF8E69}"/>
              </a:ext>
            </a:extLst>
          </p:cNvPr>
          <p:cNvSpPr txBox="1">
            <a:spLocks/>
          </p:cNvSpPr>
          <p:nvPr/>
        </p:nvSpPr>
        <p:spPr>
          <a:xfrm>
            <a:off x="104687" y="1362592"/>
            <a:ext cx="8520600" cy="3311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Use este slide para colocar de maneira resumida, qual foi exatamente a sua atuação e como esta atuação foi relevante para resolver, classificar, elucidar, melhor compreender e/ou avançar no conhecimento do problema listado na motivação. 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87BDD50-F0A7-85A5-FACD-56B1F77419EE}"/>
              </a:ext>
            </a:extLst>
          </p:cNvPr>
          <p:cNvSpPr txBox="1"/>
          <p:nvPr/>
        </p:nvSpPr>
        <p:spPr>
          <a:xfrm>
            <a:off x="6904561" y="303650"/>
            <a:ext cx="2408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Fale o que você fez – parte 02</a:t>
            </a:r>
          </a:p>
        </p:txBody>
      </p:sp>
    </p:spTree>
    <p:extLst>
      <p:ext uri="{BB962C8B-B14F-4D97-AF65-F5344CB8AC3E}">
        <p14:creationId xmlns:p14="http://schemas.microsoft.com/office/powerpoint/2010/main" val="417012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4567A6C5-42B5-04A8-CB33-F587E5C2A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83DF5D00-3F66-DB70-2CC4-F8F0454A9C72}"/>
              </a:ext>
            </a:extLst>
          </p:cNvPr>
          <p:cNvSpPr/>
          <p:nvPr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B9F04F49-E332-872C-18AF-38AEF5FA38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600" y="303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Resultados </a:t>
            </a:r>
            <a:endParaRPr sz="30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Google Shape;89;p15" title="Blue_Modern_Cloud_Tech_Logo_Design_Stock_-removebg-preview.png">
            <a:extLst>
              <a:ext uri="{FF2B5EF4-FFF2-40B4-BE49-F238E27FC236}">
                <a16:creationId xmlns:a16="http://schemas.microsoft.com/office/drawing/2014/main" id="{A91BA80D-7927-74D8-9B47-3DE74A1E4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42" r="58547" b="32229"/>
          <a:stretch/>
        </p:blipFill>
        <p:spPr>
          <a:xfrm>
            <a:off x="8108750" y="4178375"/>
            <a:ext cx="1033075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8;p13">
            <a:extLst>
              <a:ext uri="{FF2B5EF4-FFF2-40B4-BE49-F238E27FC236}">
                <a16:creationId xmlns:a16="http://schemas.microsoft.com/office/drawing/2014/main" id="{1D677C29-2595-2D2C-5D36-B7C05CF81E02}"/>
              </a:ext>
            </a:extLst>
          </p:cNvPr>
          <p:cNvSpPr txBox="1">
            <a:spLocks/>
          </p:cNvSpPr>
          <p:nvPr/>
        </p:nvSpPr>
        <p:spPr>
          <a:xfrm>
            <a:off x="104687" y="1362592"/>
            <a:ext cx="8520600" cy="3311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Use este slide para colocar os resultados parciais ou finais do trabalho executado no desenvolvimento. Exemplos de resultados podem ser: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Prints de simulações em computador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Submissão e/ou publicação em revistas, congressos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Publicações prontas para submissão, aguardando definição de local.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Relatórios internos das </a:t>
            </a:r>
            <a:r>
              <a:rPr lang="pt-BR" dirty="0" err="1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SQUADs</a:t>
            </a:r>
            <a:endParaRPr lang="pt-BR" dirty="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Descrição do que foi feito </a:t>
            </a:r>
          </a:p>
          <a:p>
            <a:pPr marL="342900" indent="-3429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Gráficos, figuras ilustrativas do resultado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CE6EABE-3B44-CCAB-A069-6B29B241689D}"/>
              </a:ext>
            </a:extLst>
          </p:cNvPr>
          <p:cNvSpPr txBox="1"/>
          <p:nvPr/>
        </p:nvSpPr>
        <p:spPr>
          <a:xfrm>
            <a:off x="6904561" y="303650"/>
            <a:ext cx="240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O que ocorreu?</a:t>
            </a:r>
          </a:p>
        </p:txBody>
      </p:sp>
    </p:spTree>
    <p:extLst>
      <p:ext uri="{BB962C8B-B14F-4D97-AF65-F5344CB8AC3E}">
        <p14:creationId xmlns:p14="http://schemas.microsoft.com/office/powerpoint/2010/main" val="361735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EE01E7CD-72CA-85B1-8A8B-8EA6B85E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0E6013CB-057F-04B4-44FC-F968A307253F}"/>
              </a:ext>
            </a:extLst>
          </p:cNvPr>
          <p:cNvSpPr/>
          <p:nvPr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D0D52579-445C-7785-B80C-E4DF31443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600" y="303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Próximos passos</a:t>
            </a:r>
            <a:endParaRPr sz="30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Google Shape;89;p15" title="Blue_Modern_Cloud_Tech_Logo_Design_Stock_-removebg-preview.png">
            <a:extLst>
              <a:ext uri="{FF2B5EF4-FFF2-40B4-BE49-F238E27FC236}">
                <a16:creationId xmlns:a16="http://schemas.microsoft.com/office/drawing/2014/main" id="{A2985F02-8FF2-FD1D-71A8-F0A66EA2C0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42" r="58547" b="32229"/>
          <a:stretch/>
        </p:blipFill>
        <p:spPr>
          <a:xfrm>
            <a:off x="8108750" y="4178375"/>
            <a:ext cx="1033075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8;p13">
            <a:extLst>
              <a:ext uri="{FF2B5EF4-FFF2-40B4-BE49-F238E27FC236}">
                <a16:creationId xmlns:a16="http://schemas.microsoft.com/office/drawing/2014/main" id="{6DA02193-A0EF-C49F-0BA4-67B0D092506C}"/>
              </a:ext>
            </a:extLst>
          </p:cNvPr>
          <p:cNvSpPr txBox="1">
            <a:spLocks/>
          </p:cNvSpPr>
          <p:nvPr/>
        </p:nvSpPr>
        <p:spPr>
          <a:xfrm>
            <a:off x="104687" y="1362592"/>
            <a:ext cx="8520600" cy="3311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Use este slide para colocar os próximos desafios, pontos em aberto, dificuldades encontradas e/ou considerações para discussão e debate no grupo do workshop.</a:t>
            </a:r>
            <a:endParaRPr lang="pt-BR" dirty="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74FD43-62AC-7CFD-65AF-0218B0FDC6FF}"/>
              </a:ext>
            </a:extLst>
          </p:cNvPr>
          <p:cNvSpPr txBox="1"/>
          <p:nvPr/>
        </p:nvSpPr>
        <p:spPr>
          <a:xfrm>
            <a:off x="6904561" y="303650"/>
            <a:ext cx="240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 agora?</a:t>
            </a:r>
          </a:p>
        </p:txBody>
      </p:sp>
    </p:spTree>
    <p:extLst>
      <p:ext uri="{BB962C8B-B14F-4D97-AF65-F5344CB8AC3E}">
        <p14:creationId xmlns:p14="http://schemas.microsoft.com/office/powerpoint/2010/main" val="333053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761D"/>
        </a:solidFill>
        <a:effectLst/>
      </p:bgPr>
    </p:bg>
    <p:spTree>
      <p:nvGrpSpPr>
        <p:cNvPr id="1" name="Shape 103">
          <a:extLst>
            <a:ext uri="{FF2B5EF4-FFF2-40B4-BE49-F238E27FC236}">
              <a16:creationId xmlns:a16="http://schemas.microsoft.com/office/drawing/2014/main" id="{8A77052F-E81C-9945-E4F7-CD720FA7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>
            <a:extLst>
              <a:ext uri="{FF2B5EF4-FFF2-40B4-BE49-F238E27FC236}">
                <a16:creationId xmlns:a16="http://schemas.microsoft.com/office/drawing/2014/main" id="{6FE36F9A-4C2C-37C9-F52B-29B06A77C2BD}"/>
              </a:ext>
            </a:extLst>
          </p:cNvPr>
          <p:cNvSpPr/>
          <p:nvPr/>
        </p:nvSpPr>
        <p:spPr>
          <a:xfrm>
            <a:off x="0" y="993900"/>
            <a:ext cx="9144000" cy="4149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05" name="Google Shape;105;p17">
            <a:extLst>
              <a:ext uri="{FF2B5EF4-FFF2-40B4-BE49-F238E27FC236}">
                <a16:creationId xmlns:a16="http://schemas.microsoft.com/office/drawing/2014/main" id="{C6A9DFCA-9EEB-A490-E5EA-1206BB42C6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600" y="303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Referências bibliográficas</a:t>
            </a:r>
            <a:endParaRPr sz="3000"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" name="Google Shape;89;p15" title="Blue_Modern_Cloud_Tech_Logo_Design_Stock_-removebg-preview.png">
            <a:extLst>
              <a:ext uri="{FF2B5EF4-FFF2-40B4-BE49-F238E27FC236}">
                <a16:creationId xmlns:a16="http://schemas.microsoft.com/office/drawing/2014/main" id="{ED79B753-64C1-CB43-4297-36DE13FD0B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42" r="58547" b="32229"/>
          <a:stretch/>
        </p:blipFill>
        <p:spPr>
          <a:xfrm>
            <a:off x="8108750" y="4178375"/>
            <a:ext cx="1033075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8;p13">
            <a:extLst>
              <a:ext uri="{FF2B5EF4-FFF2-40B4-BE49-F238E27FC236}">
                <a16:creationId xmlns:a16="http://schemas.microsoft.com/office/drawing/2014/main" id="{E3F213E2-2643-C7BF-BA9B-CF8F485E503D}"/>
              </a:ext>
            </a:extLst>
          </p:cNvPr>
          <p:cNvSpPr txBox="1">
            <a:spLocks/>
          </p:cNvSpPr>
          <p:nvPr/>
        </p:nvSpPr>
        <p:spPr>
          <a:xfrm>
            <a:off x="104687" y="1362592"/>
            <a:ext cx="8520600" cy="3311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Use este slide para colocar as principais referências citadas nas seções anteriores. </a:t>
            </a:r>
            <a:endParaRPr lang="pt-BR" dirty="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772514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874D23E2-F526-21E2-2C10-9C8D8F8D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Blue_Modern_Cloud_Tech_Logo_Design_Stock_-removebg-preview.png">
            <a:extLst>
              <a:ext uri="{FF2B5EF4-FFF2-40B4-BE49-F238E27FC236}">
                <a16:creationId xmlns:a16="http://schemas.microsoft.com/office/drawing/2014/main" id="{D659E9AE-A83D-FAA3-46A7-CE083ECBAA03}"/>
              </a:ext>
            </a:extLst>
          </p:cNvPr>
          <p:cNvPicPr preferRelativeResize="0"/>
          <p:nvPr/>
        </p:nvPicPr>
        <p:blipFill rotWithShape="1">
          <a:blip r:embed="rId3">
            <a:alphaModFix amt="3000"/>
          </a:blip>
          <a:srcRect l="3009" t="28628" r="58400" b="30959"/>
          <a:stretch/>
        </p:blipFill>
        <p:spPr>
          <a:xfrm>
            <a:off x="3152676" y="1337525"/>
            <a:ext cx="2799250" cy="29317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CEE1BA38-6FB7-05DA-A1CE-2478E1961909}"/>
              </a:ext>
            </a:extLst>
          </p:cNvPr>
          <p:cNvCxnSpPr/>
          <p:nvPr/>
        </p:nvCxnSpPr>
        <p:spPr>
          <a:xfrm>
            <a:off x="2175" y="993900"/>
            <a:ext cx="9167100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7E1DC25F-7283-D9C1-F736-C32F516C4A2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884048" y="1826640"/>
            <a:ext cx="5202853" cy="6264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OBRIGADO!</a:t>
            </a:r>
            <a:endParaRPr sz="3200" b="1" dirty="0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C43478C4-D6E5-A643-03F4-50C799CC6B2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2001" y="3027624"/>
            <a:ext cx="852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NOME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EMAIL</a:t>
            </a:r>
          </a:p>
        </p:txBody>
      </p:sp>
      <p:cxnSp>
        <p:nvCxnSpPr>
          <p:cNvPr id="59" name="Google Shape;59;p13">
            <a:extLst>
              <a:ext uri="{FF2B5EF4-FFF2-40B4-BE49-F238E27FC236}">
                <a16:creationId xmlns:a16="http://schemas.microsoft.com/office/drawing/2014/main" id="{8E26823A-A0EE-D3CD-FB0E-E553B6C9F8D7}"/>
              </a:ext>
            </a:extLst>
          </p:cNvPr>
          <p:cNvCxnSpPr>
            <a:cxnSpLocks/>
          </p:cNvCxnSpPr>
          <p:nvPr/>
        </p:nvCxnSpPr>
        <p:spPr>
          <a:xfrm>
            <a:off x="1328139" y="4419425"/>
            <a:ext cx="6513439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0" name="Google Shape;60;p13">
            <a:extLst>
              <a:ext uri="{FF2B5EF4-FFF2-40B4-BE49-F238E27FC236}">
                <a16:creationId xmlns:a16="http://schemas.microsoft.com/office/drawing/2014/main" id="{79CD3C43-6915-D01D-7012-2039A9640A3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065" y="4664920"/>
            <a:ext cx="906489" cy="291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>
            <a:extLst>
              <a:ext uri="{FF2B5EF4-FFF2-40B4-BE49-F238E27FC236}">
                <a16:creationId xmlns:a16="http://schemas.microsoft.com/office/drawing/2014/main" id="{7B067216-B074-1351-169E-34FAE48994B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3747" y="4690761"/>
            <a:ext cx="626199" cy="25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download__1_-removebg-preview.png">
            <a:extLst>
              <a:ext uri="{FF2B5EF4-FFF2-40B4-BE49-F238E27FC236}">
                <a16:creationId xmlns:a16="http://schemas.microsoft.com/office/drawing/2014/main" id="{1DC77DD3-E296-A457-8B27-C0A957C146B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2238" y="4349147"/>
            <a:ext cx="906475" cy="9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 title="image-removebg-preview.png">
            <a:extLst>
              <a:ext uri="{FF2B5EF4-FFF2-40B4-BE49-F238E27FC236}">
                <a16:creationId xmlns:a16="http://schemas.microsoft.com/office/drawing/2014/main" id="{56129A0F-FDE6-393F-B804-47AC31A3012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8630" t="27199" r="11382" b="26211"/>
          <a:stretch/>
        </p:blipFill>
        <p:spPr>
          <a:xfrm>
            <a:off x="4886258" y="4646715"/>
            <a:ext cx="906496" cy="352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>
            <a:extLst>
              <a:ext uri="{FF2B5EF4-FFF2-40B4-BE49-F238E27FC236}">
                <a16:creationId xmlns:a16="http://schemas.microsoft.com/office/drawing/2014/main" id="{7EAF7526-3FA3-7845-D570-E3397F891904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2960" y="221375"/>
            <a:ext cx="1794027" cy="5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 title="Blue_Modern_Cloud_Tech_Logo_Design_Stock_-removebg-preview.png">
            <a:extLst>
              <a:ext uri="{FF2B5EF4-FFF2-40B4-BE49-F238E27FC236}">
                <a16:creationId xmlns:a16="http://schemas.microsoft.com/office/drawing/2014/main" id="{2DDC2E8F-05CA-06AE-178C-02D7B6EE5E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42" b="32229"/>
          <a:stretch/>
        </p:blipFill>
        <p:spPr>
          <a:xfrm>
            <a:off x="6837125" y="125475"/>
            <a:ext cx="2008906" cy="7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 title="image-removebg-preview (1).png">
            <a:extLst>
              <a:ext uri="{FF2B5EF4-FFF2-40B4-BE49-F238E27FC236}">
                <a16:creationId xmlns:a16="http://schemas.microsoft.com/office/drawing/2014/main" id="{01F9B1F0-41D2-75CF-2971-70E1BC0BCAAB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30438" y="277615"/>
            <a:ext cx="2356875" cy="479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 title="image-removebg-preview (2).png">
            <a:extLst>
              <a:ext uri="{FF2B5EF4-FFF2-40B4-BE49-F238E27FC236}">
                <a16:creationId xmlns:a16="http://schemas.microsoft.com/office/drawing/2014/main" id="{48129CDF-6A3A-BFDE-6886-524BE14F8B15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3654" y="274725"/>
            <a:ext cx="1688971" cy="47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 title="image-removebg-preview (3).png">
            <a:extLst>
              <a:ext uri="{FF2B5EF4-FFF2-40B4-BE49-F238E27FC236}">
                <a16:creationId xmlns:a16="http://schemas.microsoft.com/office/drawing/2014/main" id="{22F628F4-E298-325B-B7DA-110A1D39EB9B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83777" y="4445025"/>
            <a:ext cx="777975" cy="77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image-removebg-preview (4).png">
            <a:extLst>
              <a:ext uri="{FF2B5EF4-FFF2-40B4-BE49-F238E27FC236}">
                <a16:creationId xmlns:a16="http://schemas.microsoft.com/office/drawing/2014/main" id="{F1283CBD-97E4-0102-FE8A-C5C164E1997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 t="35158" b="37400"/>
          <a:stretch/>
        </p:blipFill>
        <p:spPr>
          <a:xfrm>
            <a:off x="6523537" y="4674175"/>
            <a:ext cx="1060897" cy="2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A3D0B270-3F53-6B84-23B1-7449582D7E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6381" y="4405020"/>
            <a:ext cx="810938" cy="81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3874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619</Words>
  <Application>Microsoft Office PowerPoint</Application>
  <PresentationFormat>Apresentação na tela (16:9)</PresentationFormat>
  <Paragraphs>52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Raleway</vt:lpstr>
      <vt:lpstr>Arial</vt:lpstr>
      <vt:lpstr>Simple Light</vt:lpstr>
      <vt:lpstr>&lt;Titulo &gt;</vt:lpstr>
      <vt:lpstr>Motivação</vt:lpstr>
      <vt:lpstr>Motivação</vt:lpstr>
      <vt:lpstr>Objetivo</vt:lpstr>
      <vt:lpstr>Revisão bibliográfica</vt:lpstr>
      <vt:lpstr>Desenvolvimento</vt:lpstr>
      <vt:lpstr>Desenvolvimento</vt:lpstr>
      <vt:lpstr>Resultados </vt:lpstr>
      <vt:lpstr>Próximos passos</vt:lpstr>
      <vt:lpstr>Referências bibliográficas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Milena</dc:creator>
  <cp:lastModifiedBy>Braz Izaias da Silva Junior</cp:lastModifiedBy>
  <cp:revision>16</cp:revision>
  <dcterms:modified xsi:type="dcterms:W3CDTF">2026-04-24T20:09:31Z</dcterms:modified>
</cp:coreProperties>
</file>