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09" d="100"/>
          <a:sy n="109" d="100"/>
        </p:scale>
        <p:origin x="126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A70F8-746D-8944-9E69-8DC1B7E63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5FADC9-1C53-1A4B-99B2-FAE3C8291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7776A0-16E0-504A-BFA6-EFE0271D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ECDDAE-5B87-2A4D-82BC-324C95F2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3F4F4A-4EFC-BD40-BC6B-216ADF89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76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7E82F-E42C-5C4A-9011-8293B0FD3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B36D2E-A729-DC4B-9E2B-94F6D824C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01D40A-66AF-D947-90D3-0F901E2CC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422A57-1E25-7F45-9E49-0444412BC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EF6A5-3AF9-7646-A213-26F58DC8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24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06D4C-5897-2446-A869-DCE4C35E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3D68FF-7384-0945-BFA0-1D2714F3D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90D181-F265-574F-8BEF-98894DB0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FB7863-0721-5240-8DBB-9DBD555C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345A83-68FA-BA4E-95FF-45DE5E88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72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48011-B1CC-1340-B4BC-C81321E4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A7EC9-1E6D-0645-B1CD-C57534DDD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25B544-A3D5-2948-A8CD-0A8564745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12FEFB-8698-5A4B-8A56-A29157D1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F08A9C-E985-974E-85F7-F347B209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CD2F60-5EDC-6541-B6AC-F8D181C8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86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0ED30-A5B3-4B46-A475-99430CD5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5160C4-A79D-1C4C-8D75-5235B41AA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6D7BDD-FDD8-434A-94F2-AC4EE6EEF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205B2A-F52E-1F4B-AA83-E75700223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C38450-B1F9-E842-8D60-CE15F1738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0C01A0-424A-064C-A6D6-B95EF05D5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6D4658-B73A-904C-9A3E-7C4CBE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3869D5-8F03-0244-AB3B-3055D7CE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564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D40F6-8004-954D-982E-0D25403B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1B1B54-B5AB-A14D-905B-AA5100EC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BC0426B-2A4F-784B-AA9D-2BCE5D2D8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09C1693-812C-FE49-B630-092D953F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054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2AA433-01FC-8744-A20F-86E24B5B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8F09DBB-7841-E84C-830A-D7962620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83D176-C538-5744-9F23-1DB16C8B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625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E0B84-BA26-B14D-89A7-CA1515D5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87958F-CBAD-5848-BC32-3F12FC2AC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1A0DF8-6468-C945-9BFE-EBFE874BF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89DFFE-CBC1-214E-B00B-B53B4367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DFA0D5-2EFF-6449-AC9F-AB67A6D5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C9BD90-A003-A244-90A1-E0CA02BD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77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11323-F255-B04C-A593-5D416048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A05B52-938F-C64F-BA0C-13CF3FCE3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10954A-5A58-3D48-A118-B74BE075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F28937-756A-B44F-8BAC-5955CB83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FFFC6E-9539-BC46-942D-D8BF4B46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0819FB-871E-FC43-BF84-DD14A8C8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156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B1D72-E1C9-384A-B788-6295271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0EEB72-39EF-D84A-9918-48367765A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A5BA96-D872-4F4E-93AC-6136BD0F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57493B-7CD8-6E40-BFB0-B61296D7A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129073-3FCA-0C43-89D4-A25BEA298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02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894B21-9824-0D41-ACF2-EB4BCBB4F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4C0757-D648-904A-93F6-DE2158CD5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A00582-96A4-6D43-A462-FA697791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DCB12-C0CA-2B4B-92E7-AC5361004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E10B34-C37E-864B-B4B4-E6003FAD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9734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0F2F7B1-2467-0248-BA5A-3E4EE76D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02A984-0337-6245-90CD-40C9CCBF4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99D560-895C-CB4F-9296-AC4697A85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56002-B03F-1A4F-B684-8DAD71C820E1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E5497B-509F-274E-AC47-5955D57B2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C95035-8B95-064F-97A2-B8E6E32B7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2AE61-7A44-C940-950A-36121B97AF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05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dirceu.gerardi@fatec.sp.gov.b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0791C43-CBD2-EF48-B15C-24FAD5E4192D}"/>
              </a:ext>
            </a:extLst>
          </p:cNvPr>
          <p:cNvSpPr txBox="1">
            <a:spLocks/>
          </p:cNvSpPr>
          <p:nvPr/>
        </p:nvSpPr>
        <p:spPr>
          <a:xfrm>
            <a:off x="1705232" y="1705770"/>
            <a:ext cx="9144000" cy="431950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b="1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Agrônomo Virtual:</a:t>
            </a:r>
            <a:r>
              <a:rPr lang="pt-BR" sz="28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pt-BR" sz="2800" b="1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Avaliação de </a:t>
            </a:r>
            <a:r>
              <a:rPr lang="pt-BR" sz="2800" b="1" dirty="0" err="1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LLMs</a:t>
            </a:r>
            <a:r>
              <a:rPr lang="pt-BR" sz="2800" b="1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aplicadas ao manejo de lavouras e nutrição de plantas Citrus spp.</a:t>
            </a:r>
            <a:endParaRPr lang="pt-BR" sz="28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pt-BR" sz="2800" b="1" dirty="0">
              <a:latin typeface="Tw Cen MT" panose="020B0602020104020603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74B3828-2240-EC47-8E8C-ED387B9E05AF}"/>
              </a:ext>
            </a:extLst>
          </p:cNvPr>
          <p:cNvSpPr txBox="1">
            <a:spLocks/>
          </p:cNvSpPr>
          <p:nvPr/>
        </p:nvSpPr>
        <p:spPr>
          <a:xfrm>
            <a:off x="1705232" y="3249641"/>
            <a:ext cx="9144000" cy="35871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>
                <a:latin typeface="Tw Cen MT" panose="020B0602020104020603" pitchFamily="34" charset="0"/>
              </a:rPr>
              <a:t>Dirceu André Gerardi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C6945EC-3C1E-734F-A868-08F6B1BFFC08}"/>
              </a:ext>
            </a:extLst>
          </p:cNvPr>
          <p:cNvSpPr txBox="1">
            <a:spLocks/>
          </p:cNvSpPr>
          <p:nvPr/>
        </p:nvSpPr>
        <p:spPr>
          <a:xfrm>
            <a:off x="1705232" y="4291445"/>
            <a:ext cx="9144000" cy="35871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>
                <a:latin typeface="Tw Cen MT" panose="020B0602020104020603" pitchFamily="34" charset="0"/>
              </a:rPr>
              <a:t>Braz Izaias Silva Junior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074E6BD-9492-2742-B392-FB9A39F5E566}"/>
              </a:ext>
            </a:extLst>
          </p:cNvPr>
          <p:cNvSpPr txBox="1">
            <a:spLocks/>
          </p:cNvSpPr>
          <p:nvPr/>
        </p:nvSpPr>
        <p:spPr>
          <a:xfrm>
            <a:off x="1705232" y="5341146"/>
            <a:ext cx="9144000" cy="35871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>
                <a:latin typeface="Tw Cen MT" panose="020B0602020104020603" pitchFamily="34" charset="0"/>
              </a:rPr>
              <a:t>Fatec Cotia</a:t>
            </a:r>
          </a:p>
        </p:txBody>
      </p:sp>
    </p:spTree>
    <p:extLst>
      <p:ext uri="{BB962C8B-B14F-4D97-AF65-F5344CB8AC3E}">
        <p14:creationId xmlns:p14="http://schemas.microsoft.com/office/powerpoint/2010/main" val="957107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51FCEE76-6440-514F-974A-0D39782A158B}"/>
              </a:ext>
            </a:extLst>
          </p:cNvPr>
          <p:cNvSpPr txBox="1">
            <a:spLocks/>
          </p:cNvSpPr>
          <p:nvPr/>
        </p:nvSpPr>
        <p:spPr>
          <a:xfrm>
            <a:off x="1341995" y="1828929"/>
            <a:ext cx="9144000" cy="576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b="1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Introdução</a:t>
            </a:r>
            <a:endParaRPr lang="pt-BR" sz="24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FC63B66D-2BF9-674A-B2EC-C0101B77AEA3}"/>
              </a:ext>
            </a:extLst>
          </p:cNvPr>
          <p:cNvSpPr txBox="1">
            <a:spLocks/>
          </p:cNvSpPr>
          <p:nvPr/>
        </p:nvSpPr>
        <p:spPr>
          <a:xfrm>
            <a:off x="1198605" y="2727107"/>
            <a:ext cx="10219038" cy="1585049"/>
          </a:xfrm>
          <a:prstGeom prst="rect">
            <a:avLst/>
          </a:prstGeom>
        </p:spPr>
        <p:txBody>
          <a:bodyPr vert="horz" wrap="square" lIns="360000" tIns="45720" rIns="36000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Experiência no Programa de Monitoria de Disciplina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Participação em grupo de pesquisa interdisciplinar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Aplicações de </a:t>
            </a:r>
            <a:r>
              <a:rPr lang="pt-BR" sz="2000" dirty="0" err="1"/>
              <a:t>LLMs</a:t>
            </a:r>
            <a:r>
              <a:rPr lang="pt-BR" sz="2000" dirty="0"/>
              <a:t> no setor agropecuário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Foco da pesquisa: adubação de citrus no estado de São Paulo</a:t>
            </a:r>
          </a:p>
        </p:txBody>
      </p:sp>
    </p:spTree>
    <p:extLst>
      <p:ext uri="{BB962C8B-B14F-4D97-AF65-F5344CB8AC3E}">
        <p14:creationId xmlns:p14="http://schemas.microsoft.com/office/powerpoint/2010/main" val="235377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12E47-CE6D-3558-5A95-CC368864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3EF67CF5-5C57-3963-A872-B6066CF19BFA}"/>
              </a:ext>
            </a:extLst>
          </p:cNvPr>
          <p:cNvSpPr txBox="1">
            <a:spLocks/>
          </p:cNvSpPr>
          <p:nvPr/>
        </p:nvSpPr>
        <p:spPr>
          <a:xfrm>
            <a:off x="1341995" y="1828929"/>
            <a:ext cx="9144000" cy="576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b="1" dirty="0"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Metodologia</a:t>
            </a:r>
            <a:endParaRPr lang="pt-BR" sz="24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D826F9-7C19-CEAA-AD66-1D6FC1A58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85" y="2620484"/>
            <a:ext cx="10155115" cy="390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7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0E68-D5DE-DE75-1CB5-B3240CF2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73CCEFF5-0D40-482A-4371-84ECE93212AC}"/>
              </a:ext>
            </a:extLst>
          </p:cNvPr>
          <p:cNvSpPr txBox="1">
            <a:spLocks/>
          </p:cNvSpPr>
          <p:nvPr/>
        </p:nvSpPr>
        <p:spPr>
          <a:xfrm>
            <a:off x="1341995" y="1828929"/>
            <a:ext cx="9144000" cy="576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b="1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Resultados</a:t>
            </a:r>
            <a:endParaRPr lang="pt-BR" sz="24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78F2B72-DB67-F576-0240-261244FDC597}"/>
              </a:ext>
            </a:extLst>
          </p:cNvPr>
          <p:cNvSpPr txBox="1">
            <a:spLocks/>
          </p:cNvSpPr>
          <p:nvPr/>
        </p:nvSpPr>
        <p:spPr>
          <a:xfrm>
            <a:off x="890874" y="2405212"/>
            <a:ext cx="10219038" cy="3728649"/>
          </a:xfrm>
          <a:prstGeom prst="rect">
            <a:avLst/>
          </a:prstGeom>
        </p:spPr>
        <p:txBody>
          <a:bodyPr vert="horz" wrap="square" lIns="360000" tIns="45720" rIns="36000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pesquisa demonstrou que a integração entre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a arquitetura RAG é eficaz para gerar respostas contextualizadas a partir de documentos técnicos, mas destaca a importância da engenharia de prompt e da curadoria de fontes para aprimorar a usabilidade no contexto agropecuário.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engenharia de </a:t>
            </a: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fundamental para gerar respostas adequadas ao público-alvo.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experiência indicou a necessidade de explorar outros modelos de RAG, como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aprimorar a engenharia de prompts</a:t>
            </a:r>
          </a:p>
        </p:txBody>
      </p:sp>
    </p:spTree>
    <p:extLst>
      <p:ext uri="{BB962C8B-B14F-4D97-AF65-F5344CB8AC3E}">
        <p14:creationId xmlns:p14="http://schemas.microsoft.com/office/powerpoint/2010/main" val="26071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A304A-4A78-86A0-DC63-8F576E8E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BEC1A2-6515-C317-70B0-AF03E9123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/>
          </a:p>
          <a:p>
            <a:pPr marL="0" indent="0" algn="ctr">
              <a:buNone/>
            </a:pPr>
            <a:r>
              <a:rPr lang="pt-BR"/>
              <a:t>Muito </a:t>
            </a:r>
            <a:r>
              <a:rPr lang="pt-BR" dirty="0"/>
              <a:t>obrigado!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>
                <a:hlinkClick r:id="rId2"/>
              </a:rPr>
              <a:t>dirceu.gerardi@fatec.sp.gov.br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3464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2719</TotalTime>
  <Words>153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Tw Cen MT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Fabio Gomes da Silva</dc:creator>
  <cp:lastModifiedBy>Dirceu André Gerardi</cp:lastModifiedBy>
  <cp:revision>3</cp:revision>
  <dcterms:created xsi:type="dcterms:W3CDTF">2025-03-18T21:59:25Z</dcterms:created>
  <dcterms:modified xsi:type="dcterms:W3CDTF">2025-04-22T22:30:34Z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0b4d-8a71-4241-982c-3816ad3ce8fc_Enabled">
    <vt:lpwstr>true</vt:lpwstr>
  </property>
  <property fmtid="{D5CDD505-2E9C-101B-9397-08002B2CF9AE}" pid="3" name="MSIP_Label_ff380b4d-8a71-4241-982c-3816ad3ce8fc_SetDate">
    <vt:lpwstr>2025-03-18T21:59:25Z</vt:lpwstr>
  </property>
  <property fmtid="{D5CDD505-2E9C-101B-9397-08002B2CF9AE}" pid="4" name="MSIP_Label_ff380b4d-8a71-4241-982c-3816ad3ce8fc_Method">
    <vt:lpwstr>Standard</vt:lpwstr>
  </property>
  <property fmtid="{D5CDD505-2E9C-101B-9397-08002B2CF9AE}" pid="5" name="MSIP_Label_ff380b4d-8a71-4241-982c-3816ad3ce8fc_Name">
    <vt:lpwstr>defa4170-0d19-0005-0004-bc88714345d2</vt:lpwstr>
  </property>
  <property fmtid="{D5CDD505-2E9C-101B-9397-08002B2CF9AE}" pid="6" name="MSIP_Label_ff380b4d-8a71-4241-982c-3816ad3ce8fc_SiteId">
    <vt:lpwstr>eabe64c5-68f5-4a76-8301-9577a679e449</vt:lpwstr>
  </property>
  <property fmtid="{D5CDD505-2E9C-101B-9397-08002B2CF9AE}" pid="7" name="MSIP_Label_ff380b4d-8a71-4241-982c-3816ad3ce8fc_ActionId">
    <vt:lpwstr>a07e6b92-743c-477f-a075-aa6772f3e3b7</vt:lpwstr>
  </property>
  <property fmtid="{D5CDD505-2E9C-101B-9397-08002B2CF9AE}" pid="8" name="MSIP_Label_ff380b4d-8a71-4241-982c-3816ad3ce8fc_ContentBits">
    <vt:lpwstr>0</vt:lpwstr>
  </property>
</Properties>
</file>